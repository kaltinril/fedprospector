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SAM.gov Opportunity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Bef>
                <a:spcPts val="1400"/>
              </a:spcBef>
              <a:defRPr sz="1600" b="1">
                <a:solidFill>
                  <a:srgbClr val="006EB8"/>
                </a:solidFill>
              </a:defRPr>
            </a:pPr>
            <a:r>
              <a:t>Data Flow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SAM.gov Opportunities API  --&gt;  JSON response  --&gt;  Parse &amp; flatten nested fields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--&gt; stg_opportunity_raw staging table  --&gt;  SHA-256 hash compare (ChangeDetector)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--&gt; UPSERT into opportunity table  --&gt;  Extract resource_links JSON array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spcBef>
                <a:spcPts val="1400"/>
              </a:spcBef>
              <a:defRPr sz="1600" b="1">
                <a:solidFill>
                  <a:srgbClr val="006EB8"/>
                </a:solidFill>
              </a:defRPr>
            </a:pPr>
            <a:r>
              <a:t>Key Details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Source:           SAM.gov Opportunities API (v1/api/search, paged)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Staging table:    stg_opportunity_raw (keyed on notice_id)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Target table:     opportunity (PK: notice_id)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Change detection: SHA-256 hash of 25 business fields, skip unchanged records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Batch size:       500 records per upsert batch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CLI command:      python main.py load opportunities [--key=1|2]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spcBef>
                <a:spcPts val="1400"/>
              </a:spcBef>
              <a:defRPr sz="1600" b="1">
                <a:solidFill>
                  <a:srgbClr val="006EB8"/>
                </a:solidFill>
              </a:defRPr>
            </a:pPr>
            <a:r>
              <a:t>Volume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~38,000 total opportunities loaded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~13,000 opportunities have resource_links (attachments)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spcBef>
                <a:spcPts val="400"/>
              </a:spcBef>
              <a:defRPr sz="1200" i="1">
                <a:solidFill>
                  <a:srgbClr val="666666"/>
                </a:solidFill>
              </a:defRPr>
            </a:pPr>
            <a:r>
              <a:t>Uses StagingMixin for load tracking. Filters by NAICS codes and set-aside types.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SAM.gov Awards Pipeline (FPDS Contracts)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Bef>
                <a:spcPts val="1400"/>
              </a:spcBef>
              <a:defRPr sz="1600" b="1">
                <a:solidFill>
                  <a:srgbClr val="006EB8"/>
                </a:solidFill>
              </a:defRPr>
            </a:pPr>
            <a:r>
              <a:t>Data Flow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SAM.gov Awards API  --&gt;  JSON response  --&gt;  Parse contract fields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--&gt; stg_award staging  --&gt;  SHA-256 hash compare (composite key: contract_id|mod_number)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--&gt; UPSERT into fpds_contract table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spcBef>
                <a:spcPts val="1400"/>
              </a:spcBef>
              <a:defRPr sz="1600" b="1">
                <a:solidFill>
                  <a:srgbClr val="006EB8"/>
                </a:solidFill>
              </a:defRPr>
            </a:pPr>
            <a:r>
              <a:t>Key Details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Source:           SAM.gov Contract Awards API (requires API key 2, 1000/day)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Target table:     fpds_contract (composite PK: contract_id, modification_number)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Change detection: SHA-256 hash of 16 business fields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Hash key:         contract_id|modification_number (pipe-separated composite)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CLI command:      python main.py load awards [--key=2]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spcBef>
                <a:spcPts val="1400"/>
              </a:spcBef>
              <a:defRPr sz="1600" b="1">
                <a:solidFill>
                  <a:srgbClr val="006EB8"/>
                </a:solidFill>
              </a:defRPr>
            </a:pPr>
            <a:r>
              <a:t>Filters Applied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NAICS code filtering (target industry codes)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Set-aside type filtering (WOSB, 8(a), etc.)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Tracks: dollars_obligated, base_and_all_options, extent_competed, number_of_offers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spcBef>
                <a:spcPts val="400"/>
              </a:spcBef>
              <a:defRPr sz="1200" i="1">
                <a:solidFill>
                  <a:srgbClr val="666666"/>
                </a:solidFill>
              </a:defRPr>
            </a:pPr>
            <a:r>
              <a:t>Uses StagingMixin + batch_upsert pattern. Composite PK requires special hash key handling.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SAM.gov Entity Pipeline (Vendor Registration)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Bef>
                <a:spcPts val="1400"/>
              </a:spcBef>
              <a:defRPr sz="1600" b="1">
                <a:solidFill>
                  <a:srgbClr val="006EB8"/>
                </a:solidFill>
              </a:defRPr>
            </a:pPr>
            <a:r>
              <a:t>Data Flow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SAM.gov Bulk Extract  --&gt;  JSON file (monthly/daily)  --&gt;  ijson streaming parser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--&gt; stg_entity staging (keyed on uei_sam, tracked by load_id)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--&gt; SHA-256 hash compare  --&gt;  UPSERT entity (parent)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--&gt; DELETE + re-INSERT 8 child tables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spcBef>
                <a:spcPts val="1400"/>
              </a:spcBef>
              <a:defRPr sz="1600" b="1">
                <a:solidFill>
                  <a:srgbClr val="006EB8"/>
                </a:solidFill>
              </a:defRPr>
            </a:pPr>
            <a:r>
              <a:t>Key Details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Source:           SAM.gov Entity Bulk Extract (JSON, not API)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Streaming:        ijson streaming parser for large files (avoids full JSON in memory)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Target tables:    entity (PK: uei_sam) + 8 child tables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Child tables:     entity_naics, entity_psc, entity_poc, entity_address,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entity_certification, entity_goods_and_services,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entity_sba_business_type, entity_url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Change detection: SHA-256 hash of 31 business fields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Batch size:       1,000 records per batch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CLI command:      python main.py load entities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spcBef>
                <a:spcPts val="400"/>
              </a:spcBef>
              <a:defRPr sz="1200" i="1">
                <a:solidFill>
                  <a:srgbClr val="666666"/>
                </a:solidFill>
              </a:defRPr>
            </a:pPr>
            <a:r>
              <a:t>Does NOT use StagingMixin -- custom streaming staging logic for memory efficiency.</a:t>
            </a:r>
          </a:p>
          <a:p>
            <a:pPr>
              <a:lnSpc>
                <a:spcPts val="1959"/>
              </a:lnSpc>
              <a:spcBef>
                <a:spcPts val="400"/>
              </a:spcBef>
              <a:defRPr sz="1200" i="1">
                <a:solidFill>
                  <a:srgbClr val="666666"/>
                </a:solidFill>
              </a:defRPr>
            </a:pPr>
            <a:r>
              <a:t>Field-level history tracking for audit trail on changed fields.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USASpending.gov Bulk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Bef>
                <a:spcPts val="1400"/>
              </a:spcBef>
              <a:defRPr sz="1600" b="1">
                <a:solidFill>
                  <a:srgbClr val="006EB8"/>
                </a:solidFill>
              </a:defRPr>
            </a:pPr>
            <a:r>
              <a:t>Data Flow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USASpending.gov  --&gt;  Download fiscal-year ZIP  --&gt;  Extract CSV files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--&gt; Parse &amp; transform to TSV  --&gt;  LOAD DATA INFILE into temp table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--&gt; ON DUPLICATE KEY UPDATE into usaspending_award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spcBef>
                <a:spcPts val="1400"/>
              </a:spcBef>
              <a:defRPr sz="1600" b="1">
                <a:solidFill>
                  <a:srgbClr val="006EB8"/>
                </a:solidFill>
              </a:defRPr>
            </a:pPr>
            <a:r>
              <a:t>Key Details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Source:           USASpending.gov bulk download (fiscal-year ZIPs)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Format:           CSV files inside ZIP archives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Loading method:   LOAD DATA INFILE (fastest MySQL bulk load, bypasses Python INSERT)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Target table:     usaspending_award (PK: generated_unique_award_id)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Batch size:       50,000 records per LOAD DATA INFILE batch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CLI command:      python main.py load usaspending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spcBef>
                <a:spcPts val="1400"/>
              </a:spcBef>
              <a:defRPr sz="1600" b="1">
                <a:solidFill>
                  <a:srgbClr val="006EB8"/>
                </a:solidFill>
              </a:defRPr>
            </a:pPr>
            <a:r>
              <a:t>Column Mapping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27 CSV columns mapped to DB columns (contract_award_unique_key -&gt; generated_unique_award_id, etc.)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Date columns parsed: start_date, end_date, last_modified_date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Money columns parsed: total_obligation, base_and_all_options_value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spcBef>
                <a:spcPts val="400"/>
              </a:spcBef>
              <a:defRPr sz="1200" i="1">
                <a:solidFill>
                  <a:srgbClr val="666666"/>
                </a:solidFill>
              </a:defRPr>
            </a:pPr>
            <a:r>
              <a:t>Uses TSV intermediate files written to temp dir for LOAD DATA INFILE.</a:t>
            </a:r>
          </a:p>
          <a:p>
            <a:pPr>
              <a:lnSpc>
                <a:spcPts val="1959"/>
              </a:lnSpc>
              <a:spcBef>
                <a:spcPts val="400"/>
              </a:spcBef>
              <a:defRPr sz="1200" i="1">
                <a:solidFill>
                  <a:srgbClr val="666666"/>
                </a:solidFill>
              </a:defRPr>
            </a:pPr>
            <a:r>
              <a:t>Enriches existing award data with FPDS details (fpds_enriched_at timestamp).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Attachment Intelligence Pipeline (7-Stage)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Bef>
                <a:spcPts val="1400"/>
              </a:spcBef>
              <a:defRPr sz="1600" b="1">
                <a:solidFill>
                  <a:srgbClr val="006EB8"/>
                </a:solidFill>
              </a:defRPr>
            </a:pPr>
            <a:r>
              <a:t>Data Flow (7 Stages)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  <a:r>
              <a:t>1. LOAD:       Load opportunities with resource_links from SAM.gov API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  <a:r>
              <a:t>2. ENRICH:     HEAD requests to resolve URLs, get content-type and file size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  <a:r>
              <a:t>3. DOWNLOAD:   GET requests to download files to E:\fedprospector\attachments\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  <a:r>
              <a:t>4. EXTRACT:    Text extraction (PyMuPDF, python-docx, openpyxl, striprtf)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  <a:r>
              <a:t>5. KEYWORD:    Regex/keyword intel scan of extracted Markdown text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  <a:r>
              <a:t>6. AI:         AI-powered analysis (Phase 110C, planned)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  <a:r>
              <a:t>7. CLEANUP:    Remove downloaded files after all stages complete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</a:p>
          <a:p>
            <a:pPr>
              <a:lnSpc>
                <a:spcPts val="1560"/>
              </a:lnSpc>
              <a:spcBef>
                <a:spcPts val="1400"/>
              </a:spcBef>
              <a:defRPr sz="1600" b="1">
                <a:solidFill>
                  <a:srgbClr val="006EB8"/>
                </a:solidFill>
              </a:defRPr>
            </a:pPr>
            <a:r>
              <a:t>Text Extraction (Stage 4)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  <a:r>
              <a:t>PDF: PyMuPDF with structure-aware Markdown (headings, bold, tables)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  <a:r>
              <a:t>Word: python-docx (.docx), LibreOffice fallback (.doc)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  <a:r>
              <a:t>Excel: openpyxl (.xlsx), xlrd (.xls)  |  Also: PPTX, RTF, ODT, CSV, HTML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  <a:r>
              <a:t>Scanned PDF detection: &lt; 50 chars/page flagged as image-only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</a:p>
          <a:p>
            <a:pPr>
              <a:lnSpc>
                <a:spcPts val="1560"/>
              </a:lnSpc>
              <a:spcBef>
                <a:spcPts val="1400"/>
              </a:spcBef>
              <a:defRPr sz="1600" b="1">
                <a:solidFill>
                  <a:srgbClr val="006EB8"/>
                </a:solidFill>
              </a:defRPr>
            </a:pPr>
            <a:r>
              <a:t>Keyword Intel (Stage 5) -- 4 Categories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  <a:r>
              <a:t>Security clearance:  TS/SCI, Top Secret, Secret, Public Trust, SF-86, SCIF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  <a:r>
              <a:t>Evaluation method:   LPTA, Best Value, FAR 15.101-1/2, trade-off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  <a:r>
              <a:t>Contract vehicle:    OASIS, GSA MAS, BPA, IDIQ, GWAC, SEWP, CIO-SP3/4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  <a:r>
              <a:t>Recompete signals:   incumbent, follow-on, re-compete, bridge, transition</a:t>
            </a:r>
          </a:p>
          <a:p>
            <a:pPr>
              <a:lnSpc>
                <a:spcPts val="1560"/>
              </a:lnSpc>
              <a:defRPr sz="1200">
                <a:solidFill>
                  <a:srgbClr val="1A1A1A"/>
                </a:solidFill>
              </a:defRPr>
            </a:pPr>
          </a:p>
          <a:p>
            <a:pPr>
              <a:lnSpc>
                <a:spcPts val="1560"/>
              </a:lnSpc>
              <a:spcBef>
                <a:spcPts val="400"/>
              </a:spcBef>
              <a:defRPr sz="1200" i="1">
                <a:solidFill>
                  <a:srgbClr val="666666"/>
                </a:solidFill>
              </a:defRPr>
            </a:pPr>
            <a:r>
              <a:t>SSRF protection on downloads. Redirect validation (*.amazonaws.com only).</a:t>
            </a:r>
          </a:p>
          <a:p>
            <a:pPr>
              <a:lnSpc>
                <a:spcPts val="1560"/>
              </a:lnSpc>
              <a:spcBef>
                <a:spcPts val="400"/>
              </a:spcBef>
              <a:defRPr sz="1200" i="1">
                <a:solidFill>
                  <a:srgbClr val="666666"/>
                </a:solidFill>
              </a:defRPr>
            </a:pPr>
            <a:r>
              <a:t>Parallel downloads (5 workers). Structure-aware confidence boosting from headings.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On-Demand Loading (UI-Triggered)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Bef>
                <a:spcPts val="1400"/>
              </a:spcBef>
              <a:defRPr sz="1600" b="1">
                <a:solidFill>
                  <a:srgbClr val="006EB8"/>
                </a:solidFill>
              </a:defRPr>
            </a:pPr>
            <a:r>
              <a:t>Data Flow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React UI button click  --&gt;  C# API POST /data-load-requests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--&gt; INSERT into data_load_request (status = PENDING)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--&gt; Python DemandLoader polls for PENDING rows (up to 10 per cycle)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--&gt; Route to appropriate loader based on request_type: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USASPENDING_AWARD  --&gt;  USASpendingClient + USASpendingLoader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FPDS_AWARD         --&gt;  SAMAwardsClient (key 2) + AwardsLoader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--&gt; UPDATE data_load_request (status = COMPLETED / FAILED)</a:t>
            </a:r>
          </a:p>
          <a:p>
            <a:pPr lvl="1">
              <a:lnSpc>
                <a:spcPts val="1959"/>
              </a:lnSpc>
              <a:defRPr sz="1300">
                <a:solidFill>
                  <a:srgbClr val="1A1A1A"/>
                </a:solidFill>
              </a:defRPr>
            </a:pPr>
            <a:r>
              <a:t>--&gt; UI notification on completion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spcBef>
                <a:spcPts val="1400"/>
              </a:spcBef>
              <a:defRPr sz="1600" b="1">
                <a:solidFill>
                  <a:srgbClr val="006EB8"/>
                </a:solidFill>
              </a:defRPr>
            </a:pPr>
            <a:r>
              <a:t>Key Details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Request table:    data_load_request (PK: request_id)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Status values:    PENDING -&gt; PROCESSING -&gt; COMPLETED | FAILED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Polling:          Python CLI process, periodic poll cycle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API key:          Uses SAM.gov API key 2 (1000/day limit) for FPDS lookups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CLI command:      python main.py demand process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spcBef>
                <a:spcPts val="1400"/>
              </a:spcBef>
              <a:defRPr sz="1600" b="1">
                <a:solidFill>
                  <a:srgbClr val="006EB8"/>
                </a:solidFill>
              </a:defRPr>
            </a:pPr>
            <a:r>
              <a:t>Architecture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Decoupled design: C# API writes request, Python processor reads and executes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Reuses existing ETL loaders -- no duplicate data transformation logic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  <a:r>
              <a:t>Error handling: per-request try/catch, failed requests logged with error message</a:t>
            </a:r>
          </a:p>
          <a:p>
            <a:pPr>
              <a:lnSpc>
                <a:spcPts val="1959"/>
              </a:lnSpc>
              <a:defRPr sz="1400">
                <a:solidFill>
                  <a:srgbClr val="1A1A1A"/>
                </a:solidFill>
              </a:defRPr>
            </a:pPr>
          </a:p>
          <a:p>
            <a:pPr>
              <a:lnSpc>
                <a:spcPts val="1959"/>
              </a:lnSpc>
              <a:spcBef>
                <a:spcPts val="400"/>
              </a:spcBef>
              <a:defRPr sz="1200" i="1">
                <a:solidFill>
                  <a:srgbClr val="666666"/>
                </a:solidFill>
              </a:defRPr>
            </a:pPr>
            <a:r>
              <a:t>Enables users to trigger targeted data refreshes without running full ETL pipelines.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