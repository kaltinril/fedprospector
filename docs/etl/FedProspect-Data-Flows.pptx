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SAM.gov Opportunity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SAM.gov Opportunities API  --&gt;  JSON response  --&gt;  Parse &amp; flatten nested fields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stg_opportunity_raw staging table  --&gt;  SHA-256 hash compare (ChangeDetector)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UPSERT into opportunity table  --&gt;  Extract resource_links JSON array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Source:           SAM.gov Opportunities API (v1/api/search, paged)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Staging table:    stg_opportunity_raw (keyed on notice_id)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Target table:     opportunity (PK: notice_id)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Change detection: SHA-256 hash of 25 business fields, skip unchanged records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Batch size:       500 records per upsert batch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CLI command:      python main.py load opportunities [--key=1|2]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Volume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~38,000 total opportunities loaded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~13,000 opportunities have resource_links (attachments)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Uses StagingMixin for load tracking. Filters by NAICS codes and set-aside types.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SAM.gov Awards Pipeline (FPDS Contracts)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SAM.gov Awards API  --&gt;  JSON response  --&gt;  Parse contract fields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stg_award staging  --&gt;  SHA-256 hash compare (composite key: contract_id|mod_number)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UPSERT into fpds_contract table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Source:           SAM.gov Contract Awards API (requires API key 2, 1000/day)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Target table:     fpds_contract (composite PK: contract_id, modification_number)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Change detection: SHA-256 hash of 16 business fields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Hash key:         contract_id|modification_number (pipe-separated composite)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CLI command:      python main.py load awards [--key=2]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Filters Applied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NAICS code filtering (target industry codes)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Set-aside type filtering (WOSB, 8(a), etc.)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Tracks: dollars_obligated, base_and_all_options, extent_competed, number_of_offers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Uses StagingMixin + batch_upsert pattern. Composite PK requires special hash key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SAM.gov Entity Pipeline (Vendor Registration)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SAM.gov Bulk Extract  --&gt;  JSON file (monthly/daily)  --&gt;  ijson streaming parser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stg_entity staging (keyed on uei_sam, tracked by load_id)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SHA-256 hash compare  --&gt;  UPSERT entity (parent)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DELETE + re-INSERT 8 child tables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Source:           SAM.gov Entity Bulk Extract (JSON, not API)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Streaming:        ijson streaming parser for large files (avoids full JSON in memory)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Target tables:    entity (PK: uei_sam) + 8 child tables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Child tables:     entity_naics, entity_psc, entity_poc, entity_address,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entity_certification, entity_goods_and_services,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entity_sba_business_type, entity_url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Change detection: SHA-256 hash of 31 business fields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Batch size:       1,000 records per batch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CLI command:      python main.py load entities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Does NOT use StagingMixin -- custom streaming staging logic for memory efficiency.</a:t>
            </a: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Field-level history tracking for audit trail on changed fields.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USASpending.gov Bulk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USASpending.gov  --&gt;  Download fiscal-year ZIP  --&gt;  Extract CSV files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Parse &amp; transform to TSV  --&gt;  LOAD DATA INFILE into temp table</a:t>
            </a:r>
          </a:p>
          <a:p>
            <a:pPr lvl="1">
              <a:lnSpc>
                <a:spcPts val="1959"/>
              </a:lnSpc>
              <a:defRPr sz="1300">
                <a:solidFill>
                  <a:srgbClr val="1A1A1A"/>
                </a:solidFill>
              </a:defRPr>
            </a:pPr>
            <a:r>
              <a:t>--&gt; ON DUPLICATE KEY UPDATE into usaspending_award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Source:           USASpending.gov bulk download (fiscal-year ZIPs)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Format:           CSV files inside ZIP archives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Loading method:   LOAD DATA INFILE (fastest MySQL bulk load, bypasses Python INSERT)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Target table:     usaspending_award (PK: generated_unique_award_id)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Batch size:       50,000 records per LOAD DATA INFILE batch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CLI command:      python main.py load usaspending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Column Mapping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27 CSV columns mapped to DB columns (contract_award_unique_key -&gt; generated_unique_award_id, etc.)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Date columns parsed: start_date, end_date, last_modified_date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  <a:r>
              <a:t>Money columns parsed: total_obligation, base_and_all_options_value</a:t>
            </a:r>
          </a:p>
          <a:p>
            <a:pPr>
              <a:lnSpc>
                <a:spcPts val="1959"/>
              </a:lnSpc>
              <a:defRPr sz="1400">
                <a:solidFill>
                  <a:srgbClr val="1A1A1A"/>
                </a:solidFill>
              </a:defRPr>
            </a:pP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Uses TSV intermediate files written to temp dir for LOAD DATA INFILE.</a:t>
            </a:r>
          </a:p>
          <a:p>
            <a:pPr>
              <a:lnSpc>
                <a:spcPts val="1959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Enriches existing award data with FPDS details (fpds_enriched_at timestamp).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Attachment Intelligence Pipeline (7-Stage)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 (7 Stages)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1. LOAD:       Load opportunities with resource_links from SAM.gov API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2. ENRICH:     HEAD requests to resolve URLs, get content-type and file size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3. DOWNLOAD:   GET requests to download files to E:\fedprospector\attachments\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4. EXTRACT:    Text extraction (PyMuPDF, python-docx, openpyxl, striprtf)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5. KEYWORD:    Regex/keyword intel scan of extracted Markdown text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6. AI:         AI-powered analysis (Phase 110C, planned)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7. CLEANUP:    Remove downloaded files after all stages complete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Text Extraction (Stage 4)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PDF: PyMuPDF with structure-aware Markdown (headings, bold, tables)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Word: python-docx (.docx), LibreOffice fallback (.doc)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Excel: openpyxl (.xlsx), xlrd (.xls)  |  Also: PPTX, RTF, ODT, CSV, HTML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Scanned PDF detection: &lt; 50 chars/page flagged as image-only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Keyword Intel (Stage 5) -- 4 Categories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Security clearance:  TS/SCI, Top Secret, Secret, Public Trust, SF-86, SCIF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Evaluation method:   LPTA, Best Value, FAR 15.101-1/2, trade-off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Contract vehicle:    OASIS, GSA MAS, BPA, IDIQ, GWAC, SEWP, CIO-SP3/4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  <a:r>
              <a:t>Recompete signals:   incumbent, follow-on, re-compete, bridge, transition</a:t>
            </a:r>
          </a:p>
          <a:p>
            <a:pPr>
              <a:lnSpc>
                <a:spcPts val="1560"/>
              </a:lnSpc>
              <a:defRPr sz="1200">
                <a:solidFill>
                  <a:srgbClr val="1A1A1A"/>
                </a:solidFill>
              </a:defRPr>
            </a:pPr>
          </a:p>
          <a:p>
            <a:pPr>
              <a:lnSpc>
                <a:spcPts val="156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SSRF protection on downloads. Redirect validation (*.amazonaws.com only).</a:t>
            </a:r>
          </a:p>
          <a:p>
            <a:pPr>
              <a:lnSpc>
                <a:spcPts val="156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Parallel downloads (5 workers). Structure-aware confidence boosting from headings.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Description Backfill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CLI: update fetch-descriptions  --&gt;  Query opportunity table (description_text IS NULL)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Two-pass priority: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Pass 1: WOSB/8(a)/SBA + target NAICS (high-value opportunities first)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Pass 2: General backlog (remaining budget)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GET description_url from SAM.gov (1 API call per opportunity)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Parse HTML response to plain text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UPDATE opportunity.description_text + description_fetched_at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Source:           SAM.gov Opportunity Description URLs (individual GET requests)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Target column:    opportunity.description_text (+ description_fetched_at)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API key:          Key 2 (1,000/day), 1 call per description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Daily budget:     100 descriptions/day (via --limit 100 in daily_load.bat)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CLI command:      python main.py update fetch-descriptions [--key 2] [--limit 100]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Priority Strategy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High-value first: --naics and --set-aside filters identify WOSB/8(a)/SBA opportunities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Remaining budget: after priority pass, fetches general backlog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Integrated:       Step 2 of daily_load.bat (after opportunity load, before awards)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One API call per description. Rate-limited by Key 2 daily quota.</a:t>
            </a:r>
          </a:p>
          <a:p>
            <a:pPr>
              <a:lnSpc>
                <a:spcPts val="169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Backlog clears over days/weeks as 100/day accumulates.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8288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On-Demand Loading (UI-Triggered)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Data Flow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React UI button click  --&gt;  C# API POST /data-load-requests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INSERT into data_load_request (status = PENDING)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Python DemandLoader polls for PENDING rows (up to 10 per cycle)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Route to appropriate loader based on request_type: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USASPENDING_AWARD   --&gt;  USASpendingClient + USASpendingLoader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FPDS_AWARD          --&gt;  SAMAwardsClient (key 2) + AwardsLoader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REFRESH_FEDHIER_ORG --&gt;  SAMFedHierClient + FedHierLoader (single org)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ATTACHMENT_ANALYSIS --&gt;  Local AI analysis pipeline</a:t>
            </a:r>
          </a:p>
          <a:p>
            <a:pPr lvl="1">
              <a:lnSpc>
                <a:spcPts val="1690"/>
              </a:lnSpc>
              <a:defRPr sz="1200">
                <a:solidFill>
                  <a:srgbClr val="1A1A1A"/>
                </a:solidFill>
              </a:defRPr>
            </a:pPr>
            <a:r>
              <a:t>--&gt; UPDATE data_load_request (status = COMPLETED / FAILED)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Key Details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Request table:    data_load_request (PK: request_id)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Status values:    PENDING -&gt; PROCESSING -&gt; COMPLETED | FAILED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Polling:          Python CLI process, periodic poll cycle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API key:          SAM.gov key 2 (1000/day) for FPDS + Fed Hierarchy lookups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CLI command:      python main.py job process-requests [--watch]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1400"/>
              </a:spcBef>
              <a:defRPr sz="1600" b="1">
                <a:solidFill>
                  <a:srgbClr val="006EB8"/>
                </a:solidFill>
              </a:defRPr>
            </a:pPr>
            <a:r>
              <a:t>Request Types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USASPENDING_AWARD:   Fetch award + transactions by generated_unique_award_id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FPDS_AWARD:          Fetch FPDS contract data by PIID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REFRESH_FEDHIER_ORG: Refresh single agency/office from SAM.gov Fed Hierarchy API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  <a:r>
              <a:t>ATTACHMENT_ANALYSIS: Run AI analysis on attachments for a specific notice_id</a:t>
            </a:r>
          </a:p>
          <a:p>
            <a:pPr>
              <a:lnSpc>
                <a:spcPts val="1690"/>
              </a:lnSpc>
              <a:defRPr sz="1300">
                <a:solidFill>
                  <a:srgbClr val="1A1A1A"/>
                </a:solidFill>
              </a:defRPr>
            </a:pPr>
          </a:p>
          <a:p>
            <a:pPr>
              <a:lnSpc>
                <a:spcPts val="169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Decoupled: C# API writes request, Python processor reads and executes.</a:t>
            </a:r>
          </a:p>
          <a:p>
            <a:pPr>
              <a:lnSpc>
                <a:spcPts val="1690"/>
              </a:lnSpc>
              <a:spcBef>
                <a:spcPts val="400"/>
              </a:spcBef>
              <a:defRPr sz="1200" i="1">
                <a:solidFill>
                  <a:srgbClr val="666666"/>
                </a:solidFill>
              </a:defRPr>
            </a:pPr>
            <a:r>
              <a:t>Reuses existing loaders -- no duplicate transformation logic.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