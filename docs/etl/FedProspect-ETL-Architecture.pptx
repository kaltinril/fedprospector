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FedProspect ETL Architecture -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011680" cy="77724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SAM.gov</a:t>
            </a:r>
            <a:br/>
            <a:r>
              <a:t>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606040"/>
            <a:ext cx="2011680" cy="77724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SAM.gov</a:t>
            </a:r>
            <a:br/>
            <a:r>
              <a:t>Awards (FPDS)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566160"/>
            <a:ext cx="2011680" cy="77724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SAM.gov</a:t>
            </a:r>
            <a:br/>
            <a:r>
              <a:t>Entities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526280"/>
            <a:ext cx="2011680" cy="77724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USASpending.gov</a:t>
            </a:r>
            <a:br/>
            <a:r>
              <a:t>Bulk Awards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486400"/>
            <a:ext cx="2011680" cy="77724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GSA CALC+</a:t>
            </a:r>
            <a:br/>
            <a:r>
              <a:t>Labor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Python ETL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645920"/>
            <a:ext cx="2560320" cy="77724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 Clients</a:t>
            </a:r>
            <a:br/>
            <a:r>
              <a:t>Rate-limited, retries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606040"/>
            <a:ext cx="2560320" cy="77724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Staging Tables</a:t>
            </a:r>
            <a:br/>
            <a:r>
              <a:t>Raw JSON + SHA-256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566160"/>
            <a:ext cx="2560320" cy="77724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Change Detection</a:t>
            </a:r>
            <a:br/>
            <a:r>
              <a:t>Insert / Update / Skip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526280"/>
            <a:ext cx="2560320" cy="77724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Cleaning</a:t>
            </a:r>
            <a:br/>
            <a:r>
              <a:t>10 quality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5486400"/>
            <a:ext cx="2560320" cy="77724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Load Manager</a:t>
            </a:r>
            <a:br/>
            <a:r>
              <a:t>etl_load_log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MySQL 8.4 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645920"/>
            <a:ext cx="2286000" cy="77724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Opportunities</a:t>
            </a:r>
            <a:br/>
            <a:r>
              <a:t>+ Resource Links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606040"/>
            <a:ext cx="2286000" cy="77724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Awards</a:t>
            </a:r>
            <a:br/>
            <a:r>
              <a:t>+ 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566160"/>
            <a:ext cx="2286000" cy="77724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Entities</a:t>
            </a:r>
            <a:br/>
            <a:r>
              <a:t>+ Certifications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526280"/>
            <a:ext cx="2286000" cy="77724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Attachments</a:t>
            </a:r>
            <a:br/>
            <a:r>
              <a:t>+ Extracted Intel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5486400"/>
            <a:ext cx="2286000" cy="77724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Reference Data</a:t>
            </a:r>
            <a:br/>
            <a:r>
              <a:t>NAICS, PSC, FIPS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Application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645920"/>
            <a:ext cx="2286000" cy="100584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C# ASP.NET Core</a:t>
            </a:r>
            <a:br/>
            <a:r>
              <a:t>REST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926080"/>
            <a:ext cx="2286000" cy="100584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 19 + TS</a:t>
            </a:r>
            <a:br/>
            <a:r>
              <a:t>Vite 8 + MUI v7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4206240"/>
            <a:ext cx="2286000" cy="100584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Prospect Mgmt</a:t>
            </a:r>
            <a:br/>
            <a:r>
              <a:t>pWin, Qualification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31720" y="201168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06440" y="201168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31720" y="297180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06440" y="297180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31720" y="393192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06440" y="393192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31720" y="489204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06440" y="489204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31720" y="585216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06440" y="5852160"/>
            <a:ext cx="8229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006840" y="2148840"/>
            <a:ext cx="64008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06840" y="3429000"/>
            <a:ext cx="64008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06840" y="4709160"/>
            <a:ext cx="64008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Source Inventory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645920"/>
                <a:gridCol w="2011680"/>
                <a:gridCol w="1645920"/>
                <a:gridCol w="2011680"/>
              </a:tblGrid>
              <a:tr h="558800"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API Type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Rate Limit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Loader Module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Data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588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SAM.gov Opportunities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REST (GET)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Key1: 10/day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Key2: 1000/day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opportunity_loader.py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Daily (31d back)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Solicitations, notices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SAM.gov Awards (FPDS)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REST (GET)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Key1: 10/day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Key2: 1000/day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awards_loader.py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Daily (10d back)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Contract awards by set-aside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88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SAM.gov Entities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Bulk DAT file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N/A (file download)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entity_loader.py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bulk_loader.py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Monthly full /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Daily incremental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Vendor registrations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SAM.gov Exclusions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REST (GET)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Key1: 10/day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Key2: 1000/day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exclusion_loader.py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Debarred/suspended vendors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88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USASpending.gov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REST (POST)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 hard limit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usaspending_bulk_loader.py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Daily (5d back)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Award amounts, transactions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USASpending Subawards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REST (POST)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 hard limit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subaward_loader.py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Subcontract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88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GSA CALC+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REST (GET)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 hard limit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calc_loader.py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On-demand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Labor rates by category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Federal Hierarchy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REST (GET)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Key2: 1000/day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fedhier_loader.py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Agency/office hierarchy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Daily Load Pipeline (daily_load.bat)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82880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Load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31 days back, key 2, max 300 calls, --force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48839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39"/>
            <a:ext cx="182880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Fetch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945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Priority NAICS+set-aside first, limit 100/day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017520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182880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Load USASpending Bulk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63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5 days back, award + transaction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886200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86200"/>
            <a:ext cx="182880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Load Awards - 8(a)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10 days back, 24 NAICS codes, key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754879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754879"/>
            <a:ext cx="182880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Load Awards - WOSB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8005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10 days back, 24 NAICS codes, key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623560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623560"/>
            <a:ext cx="182880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Load Awards - SBA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669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10 days back, 24 NAICS codes, key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280160"/>
            <a:ext cx="210312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Enrich Link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Filenames, content types for resource links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48839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2148839"/>
            <a:ext cx="210312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Download Attachments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1945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Active opps, missing only, batch 5000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017520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017520"/>
            <a:ext cx="210312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Extract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063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PDF/DOCX/XLSX text extraction, batch 5000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886200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886200"/>
            <a:ext cx="210312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Extract Intel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Keyword intelligence from text, batch 5000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754879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4754879"/>
            <a:ext cx="210312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Backfill Opp Intel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8005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Propagate intel findings to opportunity table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623560"/>
            <a:ext cx="5486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5623560"/>
            <a:ext cx="2103120" cy="5029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Cleanup Files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669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Delete files after all stages complete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NAICS filter: 336611, 488190, 519210, 541219, 541330, 541511-541990, 561110-561990, 611430-624190, 812910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Attachment Intelligence Pipeline (7-Stage State Machine)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463040" cy="4572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9202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Opportunities loaded</a:t>
            </a:r>
            <a:br/>
            <a:r>
              <a:t>with resource_link</a:t>
            </a:r>
            <a:br/>
            <a:r>
              <a:t>URLs from SAM.gov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37360" y="1600200"/>
            <a:ext cx="1371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74520" y="1371600"/>
            <a:ext cx="1463040" cy="4572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Enrich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9202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Fetch filename &amp;</a:t>
            </a:r>
            <a:br/>
            <a:r>
              <a:t>content type via</a:t>
            </a:r>
            <a:br/>
            <a:r>
              <a:t>HEAD requests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1600200"/>
            <a:ext cx="1371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74720" y="1371600"/>
            <a:ext cx="1463040" cy="4572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Download files to</a:t>
            </a:r>
            <a:br/>
            <a:r>
              <a:t>E:\fedprospector\</a:t>
            </a:r>
            <a:br/>
            <a:r>
              <a:t>attachments\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1600200"/>
            <a:ext cx="1371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371600"/>
            <a:ext cx="1463040" cy="4572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9202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PDF, DOCX, XLSX</a:t>
            </a:r>
            <a:br/>
            <a:r>
              <a:t>text extraction</a:t>
            </a:r>
            <a:br/>
            <a:r>
              <a:t>(parallel processing)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37960" y="1600200"/>
            <a:ext cx="1371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75120" y="1371600"/>
            <a:ext cx="1463040" cy="4572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Keywords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202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Keyword intelligence</a:t>
            </a:r>
            <a:br/>
            <a:r>
              <a:t>extraction from</a:t>
            </a:r>
            <a:br/>
            <a:r>
              <a:t>attachment 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38160" y="1600200"/>
            <a:ext cx="1371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75320" y="1371600"/>
            <a:ext cx="1463040" cy="4572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AI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202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LLM-based analysis</a:t>
            </a:r>
            <a:br/>
            <a:r>
              <a:t>of extracted text</a:t>
            </a:r>
            <a:br/>
            <a:r>
              <a:t>(Phase 110C)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38360" y="1600200"/>
            <a:ext cx="13716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75520" y="1371600"/>
            <a:ext cx="1463040" cy="45720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Cleanup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9202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Delete source files</a:t>
            </a:r>
            <a:br/>
            <a:r>
              <a:t>after ALL stages</a:t>
            </a:r>
            <a:br/>
            <a: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Storage: E:\fedprospector\attachments\ (configurable via ATTACHMENT_DIR env var)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Supported formats: PDF (PyPDF2 + find_tables), DOCX, XLSX (openpyxl), DOC (LibreOffice)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Parallel text extraction for multi-page PDFs (&gt;30 pages skip table detection)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Cleanup is gated: files only deleted after ALL stages complete for that attachment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Magic byte detection validates file type regardless of extension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Batch processing with configurable batch_size (default 5000)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Change Detection - SHA-256 Record Hashing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7315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API Response</a:t>
            </a:r>
            <a:br/>
            <a:r>
              <a:t>(raw JSON)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1737360"/>
            <a:ext cx="54864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91840" y="1371600"/>
            <a:ext cx="2286000" cy="73152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Stage to</a:t>
            </a:r>
            <a:br/>
            <a:r>
              <a:t>stg_*_raw 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77840" y="1737360"/>
            <a:ext cx="54864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126480" y="1371600"/>
            <a:ext cx="2286000" cy="73152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SHA-256 hash</a:t>
            </a:r>
            <a:br/>
            <a:r>
              <a:t>of key fields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0" y="1737360"/>
            <a:ext cx="54864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961120" y="1371600"/>
            <a:ext cx="2286000" cy="73152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Compare to</a:t>
            </a:r>
            <a:br/>
            <a:r>
              <a:t>existing hash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3200400" cy="64008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NEW RECORD</a:t>
            </a:r>
            <a:br/>
            <a:r>
              <a:t>(not in hash cache)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INSERT into</a:t>
            </a:r>
            <a:br/>
            <a:r>
              <a:t>target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560320"/>
            <a:ext cx="3200400" cy="64008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HASH DIFFERS</a:t>
            </a:r>
            <a:br/>
            <a:r>
              <a:t>(record changed)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91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Compute field diff</a:t>
            </a:r>
            <a:br/>
            <a:r>
              <a:t>Log to *_history</a:t>
            </a:r>
            <a:br/>
            <a:r>
              <a:t>UPDATE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60320"/>
            <a:ext cx="3200400" cy="640080"/>
          </a:xfrm>
          <a:prstGeom prst="roundRect">
            <a:avLst/>
          </a:prstGeom>
          <a:solidFill>
            <a:srgbClr val="95A5A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HASH MATCHES</a:t>
            </a:r>
            <a:br/>
            <a:r>
              <a:t>(unchanged)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91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SKIP</a:t>
            </a:r>
            <a:br/>
            <a:r>
              <a:t>(no DB write)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Hash cache loaded once at load start for performance (single SELECT query)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Staging tables (stg_*_raw): raw_json + raw_record_hash 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StagingMixin: shared base for 7 loaders (opportunities, awards, exclusions, etc.)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Field-level diffs logged to *_history tables for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UPSERT (INSERT ON DUPLICATE KEY UPDATE) ensures idempotent 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Hash fields are configurable per loader (e.g., 32 fields for entities)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Rate Limiting &amp; API Key Management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377440"/>
              </a:tblGrid>
              <a:tr h="457200"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1 (SAM_API_KEY)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2 (SAM_API_KEY_2)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Daily Limit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 requests/day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1,000 requests/day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Paid tier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Tracked As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SAM_KEY1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SAM_KEY2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Used By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Manual / ad-hoc loads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Daily pipeline (default)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Shared Pool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Yes - all SAM endpoints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Yes - all SAM endpoints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Rate Limit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etl_rate_limit table: source_system + request_date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214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INSERT ON DUPLICATE KEY UPDATE on each API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50545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Pre-request check: _get_remaining_requests()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8895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429 response: parse nextAccessTime, raise immediately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2735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Connection pooling: 10 connections, reuse TCP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657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Inter-request delay: 0.1s (configurable)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0416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Exponential backoff on 5xx: 2^attempt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42569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Max 3 retries per request (configurable)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8097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Connection/timeout errors also trigger 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Generic Pagination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3 strategies: offset, page-number, has_next_key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Safety guard: max_pages=1000 (prevents infinite loops)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Generator-based: yields pages lazily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Supports: total_key, total_pages_key, has_next_key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USASpending: page-based with has_next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SAM.gov: offset-based with totalRecords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Error Handling &amp; Resumable 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etl_load_log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load_id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Auto-increment primary key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source_system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SAM_OPPORTUNITY, SAM_AWARD, etc.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load_type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FULL, INCREMENTAL, DAILY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RUNNING, SUCCESS, FAILED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started_at / completed_at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Load duration tracking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records_read/inserted/updated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Per-load counters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records_errored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Failed record count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parameters (JSON)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Date range, pages_fetched, complete flag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error_message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Failure reason (truncated to 5000 chars)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Resumable Load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1. save_load_progress() called after each API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2. Parameters JSON stores pages_fetched, complete=false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3. If process crashes, load stays status=SUCCESS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971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4. Next run: get_resumable_load() finds incomplete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5. Resumes from last checkpointed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794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6. On completion: parameters.complete =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Additional Safeguards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cleanup_stale_running(): auto-fail loads stuck &gt;2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etl_load_error: per-record errors with raw_data (10KB limit)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577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Staging rows marked 'E' with error_message on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943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Staging rows marked 'Y' on successful 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Over-counting rate limits preferred over under-counting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Quality Rules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10 Built-in Quality Rules (DataCleaner)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5760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2651760"/>
              </a:tblGrid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ZIP codes with city/state/country names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Extract 5-digit or 5+4 ZIP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ZIP codes with PO BOX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Extract ZIP, discard PO BOX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State fields containing dates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Clear state, preserve date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Foreign provinces in state field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Flag only (no auto-fix)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Non-ASCII chars in country names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Unicode normalization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Missing country codes (XKS/XWB/XGZ)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Validate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Comma-separated CAGE codes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Split and normalize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Retired NAICS codes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Flag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Escaped pipes in DAT files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Unescape pipe characters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YYYYMMDD date strings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Convert to DATE type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etl_data_quality_rule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Configurable rules stored in database (not hardcoded)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214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Rules loaded at DataCleaner initialization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054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Each rule has: rule_name, table_name, column_name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895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rule_type: REGEX, LOOKUP, RANGE, CUSTOM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73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rule_expression: regex pattern or validation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action: CLEAN, FLAG, REJECT,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416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severity: INFO, WARNING,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4256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is_active flag for enable/disable without code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80974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Stats tracking: counts per rule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1937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Extensible: add new rules via INSERT, no deploy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Bulk Loading - LOAD DATA INFILE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011680" cy="9144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SAM.gov</a:t>
            </a:r>
            <a:br/>
            <a:r>
              <a:t>Monthly</a:t>
            </a:r>
            <a:br/>
            <a:r>
              <a:t>DAT 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1828800"/>
            <a:ext cx="32004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606039" y="1371600"/>
            <a:ext cx="2011680" cy="91440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 Parser</a:t>
            </a:r>
            <a:br/>
            <a:r>
              <a:t>Pipe-delimited</a:t>
            </a:r>
            <a:br/>
            <a:r>
              <a:t>Field extraction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17719" y="1828800"/>
            <a:ext cx="32004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937759" y="1371600"/>
            <a:ext cx="2011680" cy="91440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Cleaning</a:t>
            </a:r>
            <a:br/>
            <a:r>
              <a:t>10 quality rules</a:t>
            </a:r>
            <a:br/>
            <a:r>
              <a:t>Normalization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39" y="1828800"/>
            <a:ext cx="32004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69479" y="1371600"/>
            <a:ext cx="201168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TSV Temp File</a:t>
            </a:r>
            <a:br/>
            <a:r>
              <a:t>Escaped values</a:t>
            </a:r>
            <a:br/>
            <a:r>
              <a:t>NULL handling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81159" y="1828800"/>
            <a:ext cx="32004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0" y="1371600"/>
            <a:ext cx="2011680" cy="91440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LOAD DATA</a:t>
            </a:r>
            <a:br/>
            <a:r>
              <a:t>INFILE</a:t>
            </a:r>
            <a:br/>
            <a:r>
              <a:t>MySQL bulk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Why LOAD DATA INFILE?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10-100x faster than INSERT loops for large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649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SAM.gov entity file: ~500K+ records per monthly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1246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Single LOAD DATA statement replaces thousands of INSERTs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5993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MySQL secure-file-priv="" allows loading from any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07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fed_app user has FILE privilege for LOAD DATA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Implementation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bulk_loader.py: Entity-specific LOAD DATA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6499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Writes temp TSV files with escape_tsv_value()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12463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32 entity hash fields for change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5993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Column order matches entity table exactly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07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Uses tempfile module for auto-cleanup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54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LoadManager tracks records_read/inserted/updated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023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Also used by: calc_loader, usaspending_bulk_loader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4498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  USASpending: parallel downloads + bulk DB loading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On-Demand Loading (data_load_request)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371600"/>
            <a:ext cx="173736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 UI</a:t>
            </a:r>
            <a:br/>
            <a:r>
              <a:t>User action</a:t>
            </a:r>
            <a:br/>
            <a:r>
              <a:t>triggers request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20240" y="1828800"/>
            <a:ext cx="22860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48840" y="1371600"/>
            <a:ext cx="173736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C# API</a:t>
            </a:r>
            <a:br/>
            <a:r>
              <a:t>Inserts row</a:t>
            </a:r>
            <a:br/>
            <a:r>
              <a:t>status=PENDING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1828800"/>
            <a:ext cx="22860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1371600"/>
            <a:ext cx="1737360" cy="9144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data_load_request</a:t>
            </a:r>
            <a:br/>
            <a:r>
              <a:t>Table</a:t>
            </a:r>
            <a:br/>
            <a:r>
              <a:t>(queue)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0" y="1828800"/>
            <a:ext cx="22860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080759" y="1371600"/>
            <a:ext cx="1737360" cy="91440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DemandLoader</a:t>
            </a:r>
            <a:br/>
            <a:r>
              <a:t>Polls for</a:t>
            </a:r>
            <a:br/>
            <a:r>
              <a:t>PENDING rows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18119" y="1828800"/>
            <a:ext cx="22860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6719" y="1371600"/>
            <a:ext cx="1737360" cy="91440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 Client</a:t>
            </a:r>
            <a:br/>
            <a:r>
              <a:t>Fetches from</a:t>
            </a:r>
            <a:br/>
            <a:r>
              <a:t>external 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84079" y="1828800"/>
            <a:ext cx="22860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012680" y="1371600"/>
            <a:ext cx="1737360" cy="91440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ETL Loader</a:t>
            </a:r>
            <a:br/>
            <a:r>
              <a:t>Normalizes &amp;</a:t>
            </a:r>
            <a:br/>
            <a:r>
              <a:t>stores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Supported Request Types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74320" y="310896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286000"/>
                <a:gridCol w="4572000"/>
              </a:tblGrid>
              <a:tr h="402336"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Request Type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Loader Used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23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USASPENDING_AWARD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USASpending.gov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USASpendingLoader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Fetch award + transactions by ID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FPDS_AWARD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SAM.gov Awards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AwardsLoader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Fetch FPDS contract data by 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REFRESH_FEDHIER_ORG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SAM.gov Fed Hierarchy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FedHierLoader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Refresh single agency/office org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ATTACHMENT_ANALYSIS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Local 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AttachmentPipeline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27432" bIns="27432"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 analysis of opp attachments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43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Request Status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12080"/>
            <a:ext cx="1645920" cy="54864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PENDING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5486400"/>
            <a:ext cx="64008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0" y="5212080"/>
            <a:ext cx="1645920" cy="54864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PROCESSING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89120" y="5486400"/>
            <a:ext cx="64008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0" y="5212080"/>
            <a:ext cx="1645920" cy="54864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75120" y="5486400"/>
            <a:ext cx="64008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0" y="5212080"/>
            <a:ext cx="1645920" cy="54864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FAILED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DemandLoader processes up to 10 pending requests per poll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Uses existing ETL loaders and API clients (no duplicate logic)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Failed requests store error message for debugging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766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  SAM APIs use Key 2 (1000/day); Fed Hierarchy refresh = 1 API call per 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